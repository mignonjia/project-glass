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27310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Why store KV: memory needs the KV, not the latents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WorldKV keeps the full KV bank and retrieves by camera pose: PSNR 15.7, close to full KV 15.9 and far above a sliding window 12.2, at window speed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OmniMem keeps full-resolution KV in host memory and fetches per-head blocks over PCIe; it names "union explosion": sparse compute, large KV footprint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Our test (LingBot-World-Fast 14B, camera turns 0 -&gt; 90 -&gt; 0 deg three times): consistency with the first visit, stored KV 16.1 dB vs latents + recompute 12.5, like a sliding window 11.8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Why: deep-layer KV carries the context it was generated with; recomputed V matches at layer 0 (cos 1.0) but only ~0.7 by layer 30</a:t>
            </a:r>
          </a:p>
        </p:txBody>
      </p:sp>
      <p:pic>
        <p:nvPicPr>
          <p:cNvPr id="3" name="Picture 2" descr="kv_vs_latent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69" y="3188208"/>
            <a:ext cx="9359555" cy="3395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25024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What storing KV costs: fetch time and access pattern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LingBot-World v2 14B, 512x768, 1 s chunks (4 steps + commit), SP8 on 8x H200, FA4 block-sparse, full KV to 120 s (~3 TB per stream at 10 min)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Bringing 20 memory frames (fixed work ~1,016 ms per chunk): stored KV +18 ms in HBM, +137 ms from host DRAM; recompute +757 ms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VSA-style top-5% selection shares ~70% of older blocks with the previous chunk (PAN 65%); each fetched block serves ~6 query blocks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Demand at 10 min: ~170 GB/s per GPU (fetch once per chunk) vs PCIe 28 GB/s, 4.8 GB/s for per-head pieces</a:t>
            </a:r>
          </a:p>
        </p:txBody>
      </p:sp>
      <p:pic>
        <p:nvPicPr>
          <p:cNvPr id="3" name="Picture 2" descr="memory_time_m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59608"/>
            <a:ext cx="7165573" cy="2794573"/>
          </a:xfrm>
          <a:prstGeom prst="rect">
            <a:avLst/>
          </a:prstGeom>
        </p:spPr>
      </p:pic>
      <p:pic>
        <p:nvPicPr>
          <p:cNvPr id="4" name="Picture 3" descr="access_overl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373" y="2959608"/>
            <a:ext cx="3928841" cy="28329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